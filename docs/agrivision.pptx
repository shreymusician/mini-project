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2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10F103-8AA2-444A-B183-413441144DFD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3BA53-15EE-40B1-8FC0-8A19270272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495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3BA53-15EE-40B1-8FC0-8A192702726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092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D74CA-1563-B7AE-5BB8-49C9ABBB4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F5FB80-CBC0-D568-42A0-2B765CE21B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ED187-0824-4EC2-88F5-2A68A616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75D5-DFD5-4D5A-9D9B-458A583FFF7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0F940-B407-12F1-1DB4-72FB57F63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5A8E2-3D68-6B79-6031-8CB03B0E5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C961-580E-4E0D-87BB-77A3282C8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30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BCE86-B041-1443-5A1E-65318FAD0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7675E-9286-D84F-74A2-077650A9B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2A332-BB28-6576-BC67-1C735FF97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75D5-DFD5-4D5A-9D9B-458A583FFF7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07B27-0AA1-DC1E-BF93-587EB386E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315E0-3D18-055C-A9F5-5E34B24B3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C961-580E-4E0D-87BB-77A3282C8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78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41D62-0E8F-2966-BA88-93A8C4784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5E130-885A-63C1-5739-D0D8E4A00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7926C-5D61-4742-4180-66F151F09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75D5-DFD5-4D5A-9D9B-458A583FFF7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72BA8-303A-357C-7C36-1CB57CCA1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E252C-4141-71CD-D484-28B829EA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C961-580E-4E0D-87BB-77A3282C8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07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7CE58-B4EF-121E-9F0A-A55A99BAF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8F8CB-FBA6-A073-54F4-62C20DBAB0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8667BC-C223-6282-5633-8849842FC1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1BC13D-6E40-ABA5-8C90-D12B42E9F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75D5-DFD5-4D5A-9D9B-458A583FFF7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BC957-3E6D-CDCD-D3F4-215317A6E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0D1AA-B4B9-0991-F6E5-6402C3D45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C961-580E-4E0D-87BB-77A3282C8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645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95361-4546-99AB-A4C2-F6656D35E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3E1E0-DC03-0A38-709A-35F8829C7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168C-DA93-5114-03AA-925F54AFA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BB094-A40D-A940-474D-1BEF0BBA52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B82A5-81A7-6861-F491-77C96F2C75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81EC7B-4A3A-E79A-41FA-3FA489EF0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75D5-DFD5-4D5A-9D9B-458A583FFF7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2963F0-EDEF-F30D-7B45-68E4FAEEE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AB6629-1AAA-1427-87EB-BCE0BA7A1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C961-580E-4E0D-87BB-77A3282C8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078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8872D-6E85-D4AD-877A-0BBA5BBEE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DD63D-CAF7-028D-A889-AE6127C12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75D5-DFD5-4D5A-9D9B-458A583FFF7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67AC27-18D0-6714-0A39-0216C22B5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21D70B-24F4-CF30-ED68-7E717CC91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C961-580E-4E0D-87BB-77A3282C8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560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39DDA7-732F-12B9-E065-B85EE4B85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75D5-DFD5-4D5A-9D9B-458A583FFF7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395BDE-E141-C014-64B8-08DB60D81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5228A-0721-9B26-35A9-818B1F8B0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C961-580E-4E0D-87BB-77A3282C8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190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A0209-E926-3FE7-B9FE-CCD73210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F06DA-6DEB-61A2-F040-3D754F29C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30713C-9547-772D-0064-391766382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7963A5-0DA0-DC0B-4FEA-49E0E485C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75D5-DFD5-4D5A-9D9B-458A583FFF7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A8689-F2D7-BE3E-B04E-E64D04DDE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36FFC-687E-6E1A-E67C-693C2C3A1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C961-580E-4E0D-87BB-77A3282C8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805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E8BB-BDD0-E839-9A69-3069B6117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DC99E0-0E4F-51A6-E4AA-92943AF09E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0D83F-D80B-CF8D-E824-47CB702EF8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B4C71-97EF-CC61-BCE6-5A6B7B4B8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75D5-DFD5-4D5A-9D9B-458A583FFF7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81412-4C80-65AB-4022-7789E05F3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E7F96-C65D-C5FC-9E6E-7044BDF73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C961-580E-4E0D-87BB-77A3282C8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802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A0346-8283-1CC0-5D6D-B9C180DBF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BB74EA-A57A-2A0B-2CCD-10DC38CE76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894C1-812D-E1EA-A287-198CA3F1F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75D5-DFD5-4D5A-9D9B-458A583FFF7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A3C63-1099-BD53-05F1-080CF9906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71DA9-5756-A147-CF72-A80B8C8C2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C961-580E-4E0D-87BB-77A3282C8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481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5F47F7-CCAC-2651-FCB8-BEDC7E5E30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9348E9-5AFF-754A-ADCA-8C21AC61C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978D0-F30D-C0A4-2C60-8BE506FD2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75D5-DFD5-4D5A-9D9B-458A583FFF7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69481-DD27-D789-25E9-1F4E17F71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1DBC3-A81D-D436-8BBD-BA685916F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C961-580E-4E0D-87BB-77A3282C8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799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997029-6552-9781-7851-201E4FDDD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B06B5-B0B4-232B-E35E-1690B7E9F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68BED-597C-006B-B7BF-C1ACC431EB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4075D5-DFD5-4D5A-9D9B-458A583FFF7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1FC69-5B5F-D33C-1B6F-8ECC213BC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A8F0D-F8E5-9ECD-BE36-11C030123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CEC961-580E-4E0D-87BB-77A3282C8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518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468389-A2DF-F6D3-4C74-F7CC804A7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001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C4CBCA-BF90-2018-23D6-CF17573A3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994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BCEF5B-24E4-DA79-E44C-D76872115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561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07F610-F110-9E74-6DAA-75A7C7341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744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25804B6-4859-6A49-F776-BA76A21A4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891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</Words>
  <Application>Microsoft Office PowerPoint</Application>
  <PresentationFormat>Widescreen</PresentationFormat>
  <Paragraphs>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SHREYAS RANGADHOL</dc:creator>
  <cp:lastModifiedBy>SHREYAS RANGADHOL</cp:lastModifiedBy>
  <cp:revision>5</cp:revision>
  <dcterms:created xsi:type="dcterms:W3CDTF">2026-09-18T05:10:16Z</dcterms:created>
  <dcterms:modified xsi:type="dcterms:W3CDTF">2026-10-13T14:31:41Z</dcterms:modified>
</cp:coreProperties>
</file>