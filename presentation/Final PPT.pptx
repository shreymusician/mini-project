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EACF"/>
    <a:srgbClr val="FFCCCC"/>
    <a:srgbClr val="66FFFF"/>
    <a:srgbClr val="66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6FFFF"/>
            </a:gs>
            <a:gs pos="54000">
              <a:srgbClr val="AEEACF"/>
            </a:gs>
            <a:gs pos="100000">
              <a:schemeClr val="accent3">
                <a:lumMod val="20000"/>
                <a:lumOff val="8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Header - college"/>
          <p:cNvGrpSpPr/>
          <p:nvPr/>
        </p:nvGrpSpPr>
        <p:grpSpPr>
          <a:xfrm>
            <a:off x="731520" y="365760"/>
            <a:ext cx="10728960" cy="1119091"/>
            <a:chOff x="731520" y="365760"/>
            <a:chExt cx="10728960" cy="1280160"/>
          </a:xfrm>
        </p:grpSpPr>
        <p:pic>
          <p:nvPicPr>
            <p:cNvPr id="3" name="VTU emblem" descr="Visvesvaraya Technological University emblem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520" y="411480"/>
              <a:ext cx="1153058" cy="1188720"/>
            </a:xfrm>
            <a:prstGeom prst="rect">
              <a:avLst/>
            </a:prstGeom>
          </p:spPr>
        </p:pic>
        <p:pic>
          <p:nvPicPr>
            <p:cNvPr id="4" name="AIT emblem" descr="Adichunchanagiri Institute of Technology emblem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314214" y="411480"/>
              <a:ext cx="1146266" cy="1188720"/>
            </a:xfrm>
            <a:prstGeom prst="rect">
              <a:avLst/>
            </a:prstGeom>
          </p:spPr>
        </p:pic>
        <p:sp>
          <p:nvSpPr>
            <p:cNvPr id="5" name="College text"/>
            <p:cNvSpPr txBox="1"/>
            <p:nvPr/>
          </p:nvSpPr>
          <p:spPr>
            <a:xfrm>
              <a:off x="2194560" y="365760"/>
              <a:ext cx="7802880" cy="1280160"/>
            </a:xfrm>
            <a:prstGeom prst="rect">
              <a:avLst/>
            </a:prstGeom>
            <a:noFill/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400"/>
                </a:spcAft>
              </a:pPr>
              <a:r>
                <a:rPr sz="1400" b="1" i="0" u="none" dirty="0">
                  <a:solidFill>
                    <a:srgbClr val="000000"/>
                  </a:solidFill>
                  <a:latin typeface="Times New Roman"/>
                </a:rPr>
                <a:t>|| Jai Sri Gurudev ||</a:t>
              </a:r>
            </a:p>
            <a:p>
              <a:pPr algn="ctr">
                <a:spcBef>
                  <a:spcPts val="0"/>
                </a:spcBef>
                <a:spcAft>
                  <a:spcPts val="300"/>
                </a:spcAft>
              </a:pPr>
              <a:r>
                <a:rPr sz="2400" b="1" i="0" u="none" dirty="0">
                  <a:solidFill>
                    <a:srgbClr val="000000"/>
                  </a:solidFill>
                  <a:latin typeface="Times New Roman"/>
                </a:rPr>
                <a:t>ADICHUNCHANAGIRI INSTITUTE OF TECHNOLOGY</a:t>
              </a:r>
            </a:p>
            <a:p>
              <a:pPr algn="ctr">
                <a:spcBef>
                  <a:spcPts val="0"/>
                </a:spcBef>
                <a:spcAft>
                  <a:spcPts val="100"/>
                </a:spcAft>
              </a:pPr>
              <a:r>
                <a:rPr sz="1300" b="0" i="0" u="none" dirty="0">
                  <a:solidFill>
                    <a:srgbClr val="000000"/>
                  </a:solidFill>
                  <a:latin typeface="Times New Roman"/>
                </a:rPr>
                <a:t>(Affiliated to Visvesvaraya Technological University, Belagavi  |  Accredited by NAAC)</a:t>
              </a:r>
            </a:p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0" i="0" u="none" dirty="0">
                  <a:solidFill>
                    <a:srgbClr val="000000"/>
                  </a:solidFill>
                  <a:latin typeface="Times New Roman"/>
                </a:rPr>
                <a:t>Chikkamagaluru – 577 102, Karnataka</a:t>
              </a:r>
            </a:p>
          </p:txBody>
        </p:sp>
      </p:grpSp>
      <p:sp>
        <p:nvSpPr>
          <p:cNvPr id="6" name="Department"/>
          <p:cNvSpPr txBox="1"/>
          <p:nvPr/>
        </p:nvSpPr>
        <p:spPr>
          <a:xfrm>
            <a:off x="731520" y="1667731"/>
            <a:ext cx="10728960" cy="9592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 u="none" dirty="0">
                <a:solidFill>
                  <a:srgbClr val="C00000"/>
                </a:solidFill>
                <a:latin typeface="Times New Roman"/>
              </a:rPr>
              <a:t>DEPARTMENT OF ARTIFICIAL INTELLIGENCE AND MACHINE LEARNING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0" i="0" u="none" dirty="0">
                <a:solidFill>
                  <a:srgbClr val="000000"/>
                </a:solidFill>
                <a:latin typeface="Times New Roman"/>
              </a:rPr>
              <a:t>MINI PROJECT SYNOPSIS PRESENTATION [BAI586]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 u="none" dirty="0">
                <a:solidFill>
                  <a:srgbClr val="000000"/>
                </a:solidFill>
                <a:latin typeface="Times New Roman"/>
              </a:rPr>
              <a:t>on</a:t>
            </a:r>
          </a:p>
        </p:txBody>
      </p:sp>
      <p:sp>
        <p:nvSpPr>
          <p:cNvPr id="7" name="Project title"/>
          <p:cNvSpPr txBox="1"/>
          <p:nvPr/>
        </p:nvSpPr>
        <p:spPr>
          <a:xfrm>
            <a:off x="792479" y="2576378"/>
            <a:ext cx="10728960" cy="984885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u="none" dirty="0">
                <a:latin typeface="Times New Roman"/>
              </a:rPr>
              <a:t>DEVELOPMENT OF AN IOT AND AI-ENABLED ROVER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u="none" dirty="0">
                <a:latin typeface="Times New Roman"/>
              </a:rPr>
              <a:t>FOR REAL-TIME CROP HEALTH MONITORING</a:t>
            </a:r>
            <a:endParaRPr lang="en-US" sz="2400" b="1" i="0" u="none" dirty="0"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600" dirty="0">
                <a:solidFill>
                  <a:srgbClr val="000000"/>
                </a:solidFill>
              </a:rPr>
              <a:t>Academic Year : 2026 – 2027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Guide"/>
          <p:cNvSpPr txBox="1"/>
          <p:nvPr/>
        </p:nvSpPr>
        <p:spPr>
          <a:xfrm>
            <a:off x="792479" y="4686418"/>
            <a:ext cx="3573044" cy="1390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Under the guidance of</a:t>
            </a:r>
            <a:r>
              <a:rPr lang="en-US" sz="1600" b="1" i="0" u="sng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:</a:t>
            </a:r>
          </a:p>
          <a:p>
            <a:pPr lvl="1">
              <a:spcAft>
                <a:spcPts val="200"/>
              </a:spcAft>
            </a:pPr>
            <a:r>
              <a:rPr sz="1600" b="1" i="0" u="none" dirty="0">
                <a:solidFill>
                  <a:srgbClr val="000000"/>
                </a:solidFill>
                <a:latin typeface="Times New Roman"/>
              </a:rPr>
              <a:t>Ms. </a:t>
            </a:r>
            <a:r>
              <a:rPr sz="1600" b="1" i="0" u="none" dirty="0" err="1">
                <a:solidFill>
                  <a:srgbClr val="000000"/>
                </a:solidFill>
                <a:latin typeface="Times New Roman"/>
              </a:rPr>
              <a:t>Sathyabhama</a:t>
            </a:r>
            <a:r>
              <a:rPr sz="1600" b="1" i="0" u="none" dirty="0">
                <a:solidFill>
                  <a:srgbClr val="000000"/>
                </a:solidFill>
                <a:latin typeface="Times New Roman"/>
              </a:rPr>
              <a:t> R, </a:t>
            </a:r>
            <a:r>
              <a:rPr sz="1600" b="1" i="0" u="none" baseline="-25000" dirty="0">
                <a:solidFill>
                  <a:srgbClr val="000000"/>
                </a:solidFill>
                <a:latin typeface="Times New Roman"/>
              </a:rPr>
              <a:t>B.E., </a:t>
            </a:r>
            <a:r>
              <a:rPr sz="1600" b="1" i="0" u="none" baseline="-25000" dirty="0" err="1">
                <a:solidFill>
                  <a:srgbClr val="000000"/>
                </a:solidFill>
                <a:latin typeface="Times New Roman"/>
              </a:rPr>
              <a:t>M.Tech</a:t>
            </a:r>
            <a:endParaRPr sz="1600" b="1" i="0" u="none" baseline="-25000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Assistant Professor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,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Dept. of AI &amp; ML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,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  <a:p>
            <a:pPr lvl="1"/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AIT, Chikkamagaluru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.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Team"/>
          <p:cNvSpPr txBox="1"/>
          <p:nvPr/>
        </p:nvSpPr>
        <p:spPr>
          <a:xfrm>
            <a:off x="8031060" y="4695567"/>
            <a:ext cx="3749039" cy="21595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Presented by</a:t>
            </a:r>
            <a:r>
              <a:rPr lang="en-US" sz="1600" b="1" i="0" u="sng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:</a:t>
            </a: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Navyashree B H  (4AI24AI035),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Shreyas R S  (4AI24AI048),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Sumaiya Firdoes  (4AI24AI051),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/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Tejaswini D  (4AI24AI055),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</a:rPr>
              <a:t>5th Semester, 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</a:rPr>
              <a:t>Dept. of AI &amp; ML,</a:t>
            </a:r>
          </a:p>
          <a:p>
            <a:pPr lvl="1"/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AIT, Chikkamagaluru.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70DA5CC-94D9-6A18-59BE-D0BD273688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913" y="3684639"/>
            <a:ext cx="2672174" cy="2667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1300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0971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4627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131</Words>
  <Application>Microsoft Office PowerPoint</Application>
  <PresentationFormat>Widescreen</PresentationFormat>
  <Paragraphs>23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Development of an IoT and AI-Enabled Rover for Real-Time Crop Health Monitoring</dc:title>
  <dc:subject/>
  <dc:creator>Dept. of AI &amp; ML, AIT Chikkamagaluru</dc:creator>
  <cp:keywords/>
  <dc:description>generated using python-pptx</dc:description>
  <cp:lastModifiedBy>SHREYAS RANGADHOL</cp:lastModifiedBy>
  <cp:revision>8</cp:revision>
  <dcterms:created xsi:type="dcterms:W3CDTF">2013-01-27T09:14:16Z</dcterms:created>
  <dcterms:modified xsi:type="dcterms:W3CDTF">2026-10-13T15:47:03Z</dcterms:modified>
  <cp:category/>
</cp:coreProperties>
</file>